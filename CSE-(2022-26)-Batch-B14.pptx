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kanya M" userId="010c09ca05d2c913" providerId="LiveId" clId="{E821A44B-383D-43C1-BF97-8CF2BFB2DB48}"/>
    <pc:docChg chg="modSld">
      <pc:chgData name="Sukanya M" userId="010c09ca05d2c913" providerId="LiveId" clId="{E821A44B-383D-43C1-BF97-8CF2BFB2DB48}" dt="2025-12-11T06:03:45.992" v="36" actId="1035"/>
      <pc:docMkLst>
        <pc:docMk/>
      </pc:docMkLst>
      <pc:sldChg chg="modSp mod">
        <pc:chgData name="Sukanya M" userId="010c09ca05d2c913" providerId="LiveId" clId="{E821A44B-383D-43C1-BF97-8CF2BFB2DB48}" dt="2025-12-10T11:37:03.481" v="26" actId="20577"/>
        <pc:sldMkLst>
          <pc:docMk/>
          <pc:sldMk cId="0" sldId="256"/>
        </pc:sldMkLst>
        <pc:spChg chg="mod">
          <ac:chgData name="Sukanya M" userId="010c09ca05d2c913" providerId="LiveId" clId="{E821A44B-383D-43C1-BF97-8CF2BFB2DB48}" dt="2025-12-10T11:37:03.481" v="26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kanya M" userId="010c09ca05d2c913" providerId="LiveId" clId="{E821A44B-383D-43C1-BF97-8CF2BFB2DB48}" dt="2025-12-05T04:42:35.227" v="3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Sukanya M" userId="010c09ca05d2c913" providerId="LiveId" clId="{E821A44B-383D-43C1-BF97-8CF2BFB2DB48}" dt="2025-12-11T06:03:45.992" v="36" actId="1035"/>
        <pc:sldMkLst>
          <pc:docMk/>
          <pc:sldMk cId="0" sldId="265"/>
        </pc:sldMkLst>
        <pc:picChg chg="mod">
          <ac:chgData name="Sukanya M" userId="010c09ca05d2c913" providerId="LiveId" clId="{E821A44B-383D-43C1-BF97-8CF2BFB2DB48}" dt="2025-12-11T06:03:45.992" v="36" actId="1035"/>
          <ac:picMkLst>
            <pc:docMk/>
            <pc:sldMk cId="0" sldId="265"/>
            <ac:picMk id="14" creationId="{812EB729-781C-C2DC-2044-9D84EA6E56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03DB1-22C9-4328-8E0B-13A98EA180CE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C257F-7C75-44DD-AC1C-7150640DC7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96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66991-F725-422B-A7F0-F43E8618667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7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760" cy="223560"/>
            <a:chOff x="777240" y="6634440"/>
            <a:chExt cx="11414760" cy="223560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r>
                <a:rPr lang="en-US" sz="1600" cap="small" spc="-75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Dept.</a:t>
              </a:r>
              <a:r>
                <a:rPr lang="en-US" sz="1600" cap="small" spc="-10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cap="small" spc="-100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</a:t>
              </a:r>
              <a:r>
                <a:rPr lang="en-US" sz="1600" cap="small" spc="50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cap="small" spc="-114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Computer</a:t>
              </a:r>
              <a:r>
                <a:rPr lang="en-US" sz="1600" cap="small" spc="60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cap="small" spc="-95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Science</a:t>
              </a:r>
              <a:r>
                <a:rPr lang="en-US" sz="1600" cap="small" spc="55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cap="small" spc="-130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 Engineering</a:t>
              </a:r>
              <a:r>
                <a:rPr lang="en-US" sz="1600" cap="small" spc="55" dirty="0">
                  <a:solidFill>
                    <a:srgbClr val="FFF3F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600" cap="small" spc="-130" dirty="0">
                <a:solidFill>
                  <a:srgbClr val="FFF3F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IN" dirty="0"/>
                <a:t> </a:t>
              </a:r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r>
                <a:rPr lang="en-IN" sz="1800" cap="small" spc="-10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        </a:t>
              </a:r>
              <a:r>
                <a:rPr lang="en-US" sz="1600" cap="small" spc="-10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Srinivasa</a:t>
              </a:r>
              <a:r>
                <a:rPr lang="en-US" sz="1600" cap="small" spc="7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1600" cap="small" spc="-12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Ramanujan</a:t>
              </a:r>
              <a:r>
                <a:rPr lang="en-US" sz="1600" cap="small" spc="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1600" cap="small" spc="-11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Institute</a:t>
              </a:r>
              <a:r>
                <a:rPr lang="en-US" sz="1600" cap="small" spc="75" dirty="0">
                  <a:solidFill>
                    <a:srgbClr val="FFFFFF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1600" cap="small" spc="-100" dirty="0">
                  <a:solidFill>
                    <a:srgbClr val="FFFFFF"/>
                  </a:solidFill>
                  <a:latin typeface="Times New Roman"/>
                  <a:cs typeface="Times New Roman"/>
                </a:rPr>
                <a:t>of Technology</a:t>
              </a:r>
              <a:endParaRPr lang="en-US" sz="1600" dirty="0">
                <a:latin typeface="Times New Roman"/>
                <a:cs typeface="Times New Roman"/>
              </a:endParaRPr>
            </a:p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1754485" y="6637021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r>
                <a:rPr lang="en-IN" dirty="0"/>
                <a:t>  </a:t>
              </a:r>
              <a:r>
                <a:rPr lang="en-I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- 14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3500" y="1852099"/>
            <a:ext cx="2362200" cy="4156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IN" spc="-10" dirty="0">
                <a:latin typeface="Times New Roman"/>
                <a:cs typeface="Times New Roman"/>
              </a:rPr>
              <a:t>G</a:t>
            </a:r>
            <a:r>
              <a:rPr lang="en-IN" sz="1800" spc="-10" dirty="0">
                <a:latin typeface="Times New Roman"/>
                <a:cs typeface="Times New Roman"/>
              </a:rPr>
              <a:t>.</a:t>
            </a:r>
            <a:r>
              <a:rPr lang="en-IN" spc="-10" dirty="0">
                <a:latin typeface="Times New Roman"/>
                <a:cs typeface="Times New Roman"/>
              </a:rPr>
              <a:t>N</a:t>
            </a:r>
            <a:r>
              <a:rPr lang="en-IN" sz="1800" spc="-10" dirty="0">
                <a:latin typeface="Times New Roman"/>
                <a:cs typeface="Times New Roman"/>
              </a:rPr>
              <a:t>ANDI</a:t>
            </a:r>
            <a:r>
              <a:rPr lang="en-IN" spc="-10" dirty="0">
                <a:latin typeface="Times New Roman"/>
                <a:cs typeface="Times New Roman"/>
              </a:rPr>
              <a:t>NI</a:t>
            </a:r>
            <a:endParaRPr lang="en-IN" sz="175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224G1A0557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3800" y="2476799"/>
            <a:ext cx="4724400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Dr. T. Venkata Naga </a:t>
            </a:r>
            <a:r>
              <a:rPr lang="en-IN" sz="2400" spc="-10" dirty="0" err="1">
                <a:latin typeface="Times New Roman"/>
                <a:cs typeface="Times New Roman"/>
              </a:rPr>
              <a:t>Jayudu</a:t>
            </a:r>
            <a:r>
              <a:rPr sz="2400" spc="-10" dirty="0">
                <a:latin typeface="Times New Roman"/>
                <a:cs typeface="Times New Roman"/>
              </a:rPr>
              <a:t>,</a:t>
            </a:r>
            <a:r>
              <a:rPr lang="en-IN" sz="2400" spc="-10" dirty="0">
                <a:latin typeface="Times New Roman"/>
                <a:cs typeface="Times New Roman"/>
              </a:rPr>
              <a:t> </a:t>
            </a:r>
            <a:r>
              <a:rPr lang="en-IN" sz="1400" spc="-10" dirty="0" err="1">
                <a:latin typeface="Times New Roman"/>
                <a:cs typeface="Times New Roman"/>
              </a:rPr>
              <a:t>M.Tech</a:t>
            </a:r>
            <a:r>
              <a:rPr lang="en-IN" sz="1400" spc="-10" dirty="0">
                <a:latin typeface="Times New Roman"/>
                <a:cs typeface="Times New Roman"/>
              </a:rPr>
              <a:t>., </a:t>
            </a:r>
            <a:r>
              <a:rPr lang="en-IN" sz="1400" spc="-10" dirty="0" err="1">
                <a:latin typeface="Times New Roman"/>
                <a:cs typeface="Times New Roman"/>
              </a:rPr>
              <a:t>Ph.D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endParaRPr lang="en-IN" sz="1400" spc="-1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1400" spc="-10" dirty="0">
                <a:latin typeface="Times New Roman"/>
                <a:cs typeface="Times New Roman"/>
              </a:rPr>
              <a:t>Professor</a:t>
            </a:r>
            <a:endParaRPr lang="en-IN"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Engineering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 dirty="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 dirty="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Rotarypuram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Village,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Samudram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Mandal,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Ananthapuramu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515701.</a:t>
            </a:r>
            <a:endParaRPr sz="12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IN"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5-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IN"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6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8920" y="1866429"/>
            <a:ext cx="2624412" cy="4553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IN" sz="2000" dirty="0">
                <a:latin typeface="Times New Roman"/>
                <a:cs typeface="Times New Roman"/>
              </a:rPr>
              <a:t>M.SUKANYA</a:t>
            </a:r>
            <a:endParaRPr sz="2000" dirty="0">
              <a:latin typeface="Times New Roman"/>
              <a:cs typeface="Times New Roman"/>
            </a:endParaRPr>
          </a:p>
          <a:p>
            <a:pPr marL="1270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224G1A05A8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05700" y="1863554"/>
            <a:ext cx="2819401" cy="4315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09"/>
              </a:spcBef>
            </a:pPr>
            <a:r>
              <a:rPr lang="en-IN" sz="1800" spc="-10" dirty="0">
                <a:latin typeface="Times New Roman"/>
                <a:cs typeface="Times New Roman"/>
              </a:rPr>
              <a:t>               V.AKHILA</a:t>
            </a:r>
            <a:endParaRPr lang="en-IN" sz="180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IN" sz="900" spc="-10" dirty="0">
                <a:latin typeface="Times New Roman"/>
                <a:cs typeface="Times New Roman"/>
              </a:rPr>
              <a:t>224G1A0503</a:t>
            </a:r>
            <a:endParaRPr sz="9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7240" y="223387"/>
            <a:ext cx="10728960" cy="1185919"/>
            <a:chOff x="715009" y="318271"/>
            <a:chExt cx="10608182" cy="93786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920866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905000" y="343332"/>
            <a:ext cx="88392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WOMEN SAFETY WITH LOCATION TRACKING &amp;    </a:t>
            </a:r>
            <a:br>
              <a:rPr lang="en-US" sz="3000" dirty="0"/>
            </a:br>
            <a:r>
              <a:rPr lang="en-US" sz="3000" dirty="0"/>
              <a:t>                          EMERGENCY ALERTS</a:t>
            </a:r>
            <a:endParaRPr sz="3000" dirty="0"/>
          </a:p>
        </p:txBody>
      </p:sp>
      <p:sp>
        <p:nvSpPr>
          <p:cNvPr id="18" name="object 18"/>
          <p:cNvSpPr txBox="1"/>
          <p:nvPr/>
        </p:nvSpPr>
        <p:spPr>
          <a:xfrm>
            <a:off x="5984247" y="1436662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9143" y="3408075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3800" y="0"/>
            <a:ext cx="51054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2013245" y="6629197"/>
            <a:ext cx="366141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lang="en-IN" cap="small" spc="-130" dirty="0"/>
              <a:t> Engineering</a:t>
            </a:r>
            <a:r>
              <a:rPr cap="small" spc="55" dirty="0"/>
              <a:t> </a:t>
            </a: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858001" y="6629197"/>
            <a:ext cx="41808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IN"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62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Justification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(Methods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system)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CF65-8104-2EC4-946A-ADD934F8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5A89D4-52AC-1D8D-E2E4-9A84CD4CD896}"/>
              </a:ext>
            </a:extLst>
          </p:cNvPr>
          <p:cNvSpPr txBox="1"/>
          <p:nvPr/>
        </p:nvSpPr>
        <p:spPr>
          <a:xfrm>
            <a:off x="3657600" y="0"/>
            <a:ext cx="5181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884F3D6-9C18-D97C-621E-0AC6E9C7CCFE}"/>
              </a:ext>
            </a:extLst>
          </p:cNvPr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C294CF2-BB5A-8C4B-077C-8C2B04D3161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FB50D9-09DF-4A9C-DD93-DEAAC370112A}"/>
                </a:ext>
              </a:extLst>
            </p:cNvPr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0A72AA6-7D3D-A8DD-3595-6DEAF17E8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Title</a:t>
            </a:r>
            <a:r>
              <a:rPr lang="en-IN" spc="-110" dirty="0"/>
              <a:t> </a:t>
            </a:r>
            <a:r>
              <a:rPr lang="en-IN" spc="-10" dirty="0"/>
              <a:t>Justification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6137B2E-7C8B-3EB4-8089-ECC7E311908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BA1E2F7-A53E-88DE-1605-D6FF9E9C685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013245" y="6629197"/>
            <a:ext cx="366141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lang="en-IN" cap="small" spc="-130" dirty="0"/>
              <a:t> Engineering</a:t>
            </a:r>
            <a:r>
              <a:rPr cap="small" spc="55" dirty="0"/>
              <a:t> </a:t>
            </a:r>
            <a:endParaRPr cap="small" spc="-13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99D763F-4E25-4B32-CA49-8BF68AD47EC1}"/>
              </a:ext>
            </a:extLst>
          </p:cNvPr>
          <p:cNvSpPr txBox="1"/>
          <p:nvPr/>
        </p:nvSpPr>
        <p:spPr>
          <a:xfrm>
            <a:off x="6858001" y="6629197"/>
            <a:ext cx="41808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IN"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 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8FD2B94-5F8B-DCE9-780E-CE375CB034A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5134579-8FEB-42B0-95A3-CC6AD188EAD1}"/>
              </a:ext>
            </a:extLst>
          </p:cNvPr>
          <p:cNvSpPr txBox="1"/>
          <p:nvPr/>
        </p:nvSpPr>
        <p:spPr>
          <a:xfrm>
            <a:off x="325787" y="989990"/>
            <a:ext cx="11180414" cy="335470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760"/>
              </a:spcBef>
              <a:tabLst>
                <a:tab pos="42100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“Women Safety with Location Tracking and Emergency Alerts”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clearly represents the purpose of the project.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providing instant help to women by enabling SOS alerts and real-time location tracking.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highlights- both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project goal simple and understandable.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04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600" y="-26936"/>
            <a:ext cx="53340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030" y="209958"/>
            <a:ext cx="655999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spc="-10" dirty="0"/>
              <a:t> </a:t>
            </a:r>
            <a:r>
              <a:rPr spc="-10" dirty="0"/>
              <a:t>Abstract</a:t>
            </a:r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247734" y="6641281"/>
            <a:ext cx="389127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09022" y="6605614"/>
            <a:ext cx="4235244" cy="230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989990"/>
            <a:ext cx="11623675" cy="3823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Women’s safety is a major concern in today’s society due to increasing incidents of harassment, stalking, and emergency situations. This project proposes a mobile and web-based system that enables women to quickly send an emergency alert through a one-tap SOS button or shake gesture. The system automatically shares the user’s live location with trusted contacts and the nearest police station. A web dashboard is used to monitor real-time movement and alert status. The objective is to reduce response time, improve safety, and ensure immediate support using GPS, cloud communication, and automated notification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600" y="-28324"/>
            <a:ext cx="57912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262974" y="6629197"/>
            <a:ext cx="4071026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05600" y="6607175"/>
            <a:ext cx="4223426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36899" y="1074318"/>
            <a:ext cx="11346815" cy="442717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• Many women face unsafe situations such as harassment, kidnapping, and emergency situations where they cannot call for help.</a:t>
            </a:r>
            <a:br>
              <a:rPr lang="en-US" sz="2400" dirty="0"/>
            </a:br>
            <a:r>
              <a:rPr lang="en-US" sz="2400" dirty="0"/>
              <a:t>• Family members and police often do not know the exact location of the victim during the emergency.</a:t>
            </a:r>
            <a:br>
              <a:rPr lang="en-US" sz="2400" dirty="0"/>
            </a:br>
            <a:r>
              <a:rPr lang="en-US" sz="2400" dirty="0"/>
              <a:t>• Delayed communication and lack of real-time tracking reduce the chances of receiving quick help.</a:t>
            </a:r>
            <a:br>
              <a:rPr lang="en-US" sz="2400" dirty="0"/>
            </a:br>
            <a:r>
              <a:rPr lang="en-US" sz="2400" dirty="0"/>
              <a:t>• There is a need for an easy, reliable system that instantly sends alerts and shares live location to trusted contacts and nearby police.</a:t>
            </a:r>
            <a:endParaRPr sz="2400"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600" y="-18836"/>
            <a:ext cx="5715000" cy="251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dirty="0"/>
              <a:t>Objectives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934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093451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110318"/>
            <a:ext cx="11619230" cy="3270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platform that allows women to trigger an emergency alert instantly using a mobile application.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live location tracking and automatically notify emergency contacts and the nearest police station for faster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0"/>
            <a:ext cx="680631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spc="-10" dirty="0">
                <a:solidFill>
                  <a:srgbClr val="FFFFFF"/>
                </a:solidFill>
              </a:rPr>
              <a:t>       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408"/>
            <a:ext cx="12192000" cy="803275"/>
            <a:chOff x="0" y="216408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408"/>
              <a:ext cx="12192000" cy="8031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315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387"/>
                  </a:lnTo>
                  <a:lnTo>
                    <a:pt x="12192000" y="71438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3908" y="232028"/>
            <a:ext cx="39363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sz="44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Survey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14" y="6608595"/>
            <a:ext cx="53530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lang="en-IN" sz="1600" dirty="0">
                <a:solidFill>
                  <a:srgbClr val="FFFFFF"/>
                </a:solidFill>
                <a:latin typeface="Times New Roman"/>
                <a:cs typeface="Times New Roman"/>
              </a:rPr>
              <a:t>B-14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21765" y="6607681"/>
            <a:ext cx="447418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130" dirty="0"/>
              <a:t> </a:t>
            </a:r>
            <a:r>
              <a:rPr cap="small" dirty="0"/>
              <a:t>of</a:t>
            </a:r>
            <a:r>
              <a:rPr cap="small" spc="55" dirty="0"/>
              <a:t> </a:t>
            </a:r>
            <a:r>
              <a:rPr cap="small" spc="-95" dirty="0"/>
              <a:t>Computer</a:t>
            </a:r>
            <a:r>
              <a:rPr cap="small" spc="45" dirty="0"/>
              <a:t> </a:t>
            </a:r>
            <a:r>
              <a:rPr cap="small" spc="-75" dirty="0"/>
              <a:t>Science</a:t>
            </a:r>
            <a:r>
              <a:rPr cap="small" spc="15" dirty="0"/>
              <a:t> </a:t>
            </a:r>
            <a:r>
              <a:rPr cap="small" spc="-40" dirty="0"/>
              <a:t>and</a:t>
            </a:r>
            <a:r>
              <a:rPr cap="small" spc="45" dirty="0"/>
              <a:t> </a:t>
            </a:r>
            <a:r>
              <a:rPr cap="small" spc="-90" dirty="0"/>
              <a:t>Engineering</a:t>
            </a:r>
            <a:r>
              <a:rPr cap="small" spc="-50" dirty="0"/>
              <a:t> </a:t>
            </a:r>
            <a:endParaRPr cap="small" spc="-1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6249315" y="6611112"/>
            <a:ext cx="4800600" cy="235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270">
              <a:lnSpc>
                <a:spcPts val="1839"/>
              </a:lnSpc>
            </a:pPr>
            <a:r>
              <a:rPr lang="en-IN" cap="small" spc="-85" dirty="0"/>
              <a:t>Srinivasa</a:t>
            </a:r>
            <a:r>
              <a:rPr lang="en-IN" cap="small" spc="-10" dirty="0"/>
              <a:t> </a:t>
            </a:r>
            <a:r>
              <a:rPr lang="en-IN" cap="small" spc="-95" dirty="0"/>
              <a:t>Ramanujan</a:t>
            </a:r>
            <a:r>
              <a:rPr lang="en-IN" cap="small" spc="-20" dirty="0"/>
              <a:t> </a:t>
            </a:r>
            <a:r>
              <a:rPr lang="en-IN" cap="small" spc="-95" dirty="0"/>
              <a:t>Institute</a:t>
            </a:r>
            <a:r>
              <a:rPr lang="en-IN" cap="small" spc="80" dirty="0"/>
              <a:t> </a:t>
            </a:r>
            <a:r>
              <a:rPr lang="en-IN" cap="small" dirty="0"/>
              <a:t>of</a:t>
            </a:r>
            <a:r>
              <a:rPr lang="en-IN" cap="small" spc="145" dirty="0"/>
              <a:t> </a:t>
            </a:r>
            <a:r>
              <a:rPr lang="en-IN" cap="small" spc="-155" dirty="0"/>
              <a:t>Technology</a:t>
            </a:r>
            <a:endParaRPr cap="small" spc="-15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CCD01-9899-583C-B457-48F0EDEC1D96}"/>
              </a:ext>
            </a:extLst>
          </p:cNvPr>
          <p:cNvSpPr txBox="1"/>
          <p:nvPr/>
        </p:nvSpPr>
        <p:spPr>
          <a:xfrm>
            <a:off x="381000" y="1253170"/>
            <a:ext cx="110489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safety apps such as Raksha, Himmat, and SOS features in smartphones provide alerts but lack continuous location tracking or police integration.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highlight the need for real-time tracking, multi-level alerting, and faster response mechanisms.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that emergency communication should be automated rather than requiring manual calling.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this, the project focuses on improving alert speed, accuracy, and connectivity with contacts and police.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Existing safety apps such as Raksha, Himmat, and SOS features in smartphones provide alerts but lack continuous location tracking or police integration.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• Research papers highlight the need for real-time tracking, multi-level alerting, and faster response mechanisms.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• Studies show that emergency communication should be automated rather than requiring manual calling.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ui-sans-serif"/>
              </a:rPr>
              <a:t>• Based on this, the project focuses on improving alert speed, accuracy, and connectivity with contacts and police.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1400" y="-18340"/>
            <a:ext cx="5410200" cy="25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287144"/>
            <a:ext cx="11289430" cy="455509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user registers in the mobile application and adds trusted emergency contacts.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During an unsafe situation, the user triggers SOS through a button, shake detection, or hardware key press.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app sends the user’s GPS coordinates to the backend server.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server identifies the nearest police station using stored latitude–longitude and distance calculation.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Alerts are sent to contacts and police through SMS/Email/Notification with a live location link.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web dashboard tracks the user’s movement in real time until the user marks themselves safe.</a:t>
            </a:r>
          </a:p>
          <a:p>
            <a:br>
              <a:rPr lang="en-US" sz="2400" dirty="0"/>
            </a:b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934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4093451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0" y="-18836"/>
            <a:ext cx="6019800" cy="251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934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42062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074318"/>
            <a:ext cx="11630025" cy="276518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Google Maps API Documentation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“Geolocation and Mapping Services,” 2024.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Firebase Realtime 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“Live Data Synchronization,” Google Developers, 2023.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K. Sharma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“Women Safety Application using GPS Tracking,” IEEE Conference, pp. 1–4, 2021.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Twilio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“SMS Alert API Documentation,” 2024.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81400" y="0"/>
            <a:ext cx="52578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dirty="0"/>
              <a:t>Git</a:t>
            </a:r>
            <a:r>
              <a:rPr spc="-75" dirty="0"/>
              <a:t> </a:t>
            </a:r>
            <a:r>
              <a:rPr spc="-25" dirty="0"/>
              <a:t>Hub</a:t>
            </a:r>
            <a:r>
              <a:rPr dirty="0"/>
              <a:t>	Dashboards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student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0934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4206259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90339" y="5910070"/>
            <a:ext cx="1014779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https://github.com/sukanyashankar/CSE_2022-2026_BATCH-B14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4E85C9-3140-AB27-F091-8E00DF43D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2" y="1095003"/>
            <a:ext cx="10792958" cy="4551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2EB729-781C-C2DC-2044-9D84EA6E5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00"/>
            <a:ext cx="12192000" cy="49194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0833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05200" y="-10611"/>
            <a:ext cx="59436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       Women Safety with Location Tracking &amp; Emergency Alerts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IN" spc="-10" dirty="0"/>
              <a:t>B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IN" spc="-25" dirty="0"/>
              <a:t>14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1773948" y="6629559"/>
            <a:ext cx="41696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47541" y="6629197"/>
            <a:ext cx="42824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cap="small" spc="-10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1057</Words>
  <Application>Microsoft Office PowerPoint</Application>
  <PresentationFormat>Widescreen</PresentationFormat>
  <Paragraphs>106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ui-sans-serif</vt:lpstr>
      <vt:lpstr>Office Theme</vt:lpstr>
      <vt:lpstr>WOMEN SAFETY WITH LOCATION TRACKING &amp;                               EMERGENCY ALERTS</vt:lpstr>
      <vt:lpstr>Contents</vt:lpstr>
      <vt:lpstr>Title Justification</vt:lpstr>
      <vt:lpstr> Abstract</vt:lpstr>
      <vt:lpstr>Problem Statement</vt:lpstr>
      <vt:lpstr>Objectives of Project</vt:lpstr>
      <vt:lpstr>           Women Safety with Location Tracking &amp; Emergency Alerts</vt:lpstr>
      <vt:lpstr>Proposed System</vt:lpstr>
      <vt:lpstr>References</vt:lpstr>
      <vt:lpstr>Git Hub Dashboards of each student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Naveen</dc:creator>
  <cp:lastModifiedBy>Sukanya M</cp:lastModifiedBy>
  <cp:revision>5</cp:revision>
  <dcterms:created xsi:type="dcterms:W3CDTF">2025-12-02T11:29:58Z</dcterms:created>
  <dcterms:modified xsi:type="dcterms:W3CDTF">2025-12-11T06:03:50Z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2025-12-02T00:00:00Z</vt:filetime>
  </property>
</Properties>
</file>